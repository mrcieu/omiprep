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8" d="100"/>
          <a:sy n="108" d="100"/>
        </p:scale>
        <p:origin x="-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9C51-CB2B-75B8-42F9-B25A89764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9DDF1-138E-B394-6A6D-C72E083FB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D6B5B-7498-C6AC-4B0F-0FD95150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88244-F27F-F15E-FA5C-C5603DCE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B337E-D36A-96F5-D11E-80800713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9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4275-12D9-0313-C45F-963249A4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7BE6-0E2D-A17C-176B-460755AAC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92CBA-5FFD-829C-72C9-808FFF74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DCC56-8D95-832E-5A75-0B2FD273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7CB25-6575-1A95-5304-32B171FB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11D7-1EDE-B0F6-7F49-083080E20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DADA2-E877-410D-0CA0-F107EAD4F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4BA5F-9BC6-A106-DFE9-10A2BCB9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5E63-1871-97A0-BAD6-13F65449C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29AB9-BE6F-FA49-47D0-31B8C0FE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9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9D57-50D9-60BC-5BF3-177AD908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FC07-46A9-F18E-107B-14DF559AE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852DD-A779-23BB-7798-E8589A8B4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EC4B8-821D-E962-7D9F-E10C1506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519BB-BE1A-E444-779E-56F5010B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9D7EF-95BC-9C50-7621-0BDCA94A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5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03B1-E6AB-9EF1-3495-B708BD71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21CA4-3733-BE18-629C-D34234803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1F1BB-547F-6533-AE3F-2F6CEEEDE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4BE58-AEF1-CBD9-68D4-3277D2D9B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CE171-391D-5FE9-ED03-1C515BF20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357E8-3542-3EA5-887E-E77B4FE38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273684-CB8B-3134-9084-5799779A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82868-F7B4-30DD-301C-2ED393B5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9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D17B-A743-911D-A028-5A449EF3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85A235-3153-07AB-1681-3FD6ACFF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95301-DE50-24AA-5624-AF5A2332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F0784-C240-B00C-8C47-C7EF6078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62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412CC-A4FD-55FF-7D80-384806C83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2DF3E-13AB-090C-2B73-594D4CB8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75A80-68E5-2005-53E8-9D8C1143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9C68-3503-C696-0404-BFA57BB1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7AC4-0D74-53C3-184E-9EF4E27EA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151B7-BA07-616C-CF06-1DC2AF510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F3C34-6A59-4187-0A24-F84762EC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5A8B3-C81A-BECC-B030-EFBD2D21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B52D1-A60D-B1B5-5AFF-0E76AAAF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5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8630-39BD-B01C-7187-96314747C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491B8-1F5D-994A-DCB8-38827C12A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08C65-AEA5-88CC-4EF2-8004A80D6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0BDA1-A8E5-5BFD-BC69-CFB0D7AA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07066-C85F-D3B9-99DD-38C2825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4E7AE-AAC6-C710-F09A-2C14942C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1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6A4E-C95C-4DEF-B2D9-03360B3B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E8DD1-039E-DD6F-9127-811BD8C4C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EA929-492E-952C-0369-48D09D59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6A5A4-807A-69C4-FB4F-3DEB1EC53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4B5A-0FE3-57B7-BB36-584D6675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4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E86C-4ACD-F2A4-9A19-863F16E1E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22F6D-59F9-CCAA-757B-14A01A597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459C-4F31-545C-50F7-DA401D61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EDBB6-0A13-05D2-5D5D-AF491BBC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3CC9B-B425-E107-1CB5-4EDEA04E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3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03183-5AE4-EE84-4B68-313DC0A3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6AB0-648C-0209-7615-C99351297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4C5CB-C3A5-81F7-21E9-73CB68949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A44FC-A8B3-7046-ADE3-3200FAF0B5C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A7233-D7D2-DCE1-6DA5-2FCF9FAD9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4779A-9894-B409-5369-0611DF9CC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F33F3-2417-DE41-AF15-41A697BDB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9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6C74D13-025B-EE4F-6828-0530036B54EC}"/>
              </a:ext>
            </a:extLst>
          </p:cNvPr>
          <p:cNvGrpSpPr/>
          <p:nvPr/>
        </p:nvGrpSpPr>
        <p:grpSpPr>
          <a:xfrm>
            <a:off x="2585250" y="1"/>
            <a:ext cx="6796030" cy="6857999"/>
            <a:chOff x="2585250" y="1"/>
            <a:chExt cx="6796030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A4DD1B-C52A-D398-CC20-EC4410051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>
            <a:xfrm>
              <a:off x="2585250" y="1"/>
              <a:ext cx="6796030" cy="6857999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9DCF052-F1A4-875F-92CE-5936778C9091}"/>
                </a:ext>
              </a:extLst>
            </p:cNvPr>
            <p:cNvCxnSpPr/>
            <p:nvPr/>
          </p:nvCxnSpPr>
          <p:spPr>
            <a:xfrm>
              <a:off x="6800075" y="1810663"/>
              <a:ext cx="0" cy="1212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A886AF-EBBA-E960-8E1A-40634B135EAB}"/>
                </a:ext>
              </a:extLst>
            </p:cNvPr>
            <p:cNvCxnSpPr/>
            <p:nvPr/>
          </p:nvCxnSpPr>
          <p:spPr>
            <a:xfrm>
              <a:off x="7694937" y="2040697"/>
              <a:ext cx="0" cy="1212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1391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Sunderland</dc:creator>
  <cp:lastModifiedBy>Nicholas Sunderland</cp:lastModifiedBy>
  <cp:revision>1</cp:revision>
  <dcterms:created xsi:type="dcterms:W3CDTF">2026-04-20T10:07:38Z</dcterms:created>
  <dcterms:modified xsi:type="dcterms:W3CDTF">2026-04-20T10:11:47Z</dcterms:modified>
</cp:coreProperties>
</file>